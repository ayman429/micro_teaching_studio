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 app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WPS Presentation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ayman mansour</dc:creator>
  <cp:lastModifiedBy>-Vip-23</cp:lastModifiedBy>
  <cp:revision>3</cp:revision>
  <dcterms:created xsi:type="dcterms:W3CDTF">2025-07-23T00:59:00Z</dcterms:created>
  <dcterms:modified xsi:type="dcterms:W3CDTF">2025-12-01T20:29:06Z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1033-12.2.0.23155</vt:lpwstr>
  </property>
</Properties>
</file>